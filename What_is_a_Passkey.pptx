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59436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8FAFC"/>
                </a:solidFill>
                <a:latin typeface="Segoe UI"/>
              </a:rPr>
              <a:t>What is a Passkey?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D3EE"/>
                </a:solidFill>
                <a:latin typeface="Segoe UI"/>
              </a:rPr>
              <a:t>Everything You Need to Know About Passwordless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8 questions answered: what, why, how it works, storage, recovery, and best practices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265176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Community Knowledge-Sharing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Questions We'll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73352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What is a passkey?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0632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70632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98648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43784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Why do we need it — and how did it emerge?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41064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941064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14216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Does it replace passwords &amp; traditional authentication?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11496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11496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39512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184648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How is it generated — and why is it stronger?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00200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00200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28216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1673352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Where is a passkey stored — device-specific or user-specific?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770632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770632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898648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843784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What if you forget your passkey?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941064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941064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014216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Dos and Don'ts of passkeys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111496"/>
            <a:ext cx="5349240" cy="10241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111496"/>
            <a:ext cx="82296" cy="10241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239512"/>
            <a:ext cx="685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Segoe UI"/>
              </a:rPr>
              <a:t>Q8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184648"/>
            <a:ext cx="4297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0">
                <a:solidFill>
                  <a:srgbClr val="F8FAFC"/>
                </a:solidFill>
                <a:latin typeface="Segoe UI"/>
              </a:rPr>
              <a:t>What if you lose or destroy your device?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What is a Passkey?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835640" cy="1600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600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10241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F8FAFC"/>
                </a:solidFill>
                <a:latin typeface="Segoe UI"/>
              </a:rPr>
              <a:t>A passkey is a digital credential that lets you sign in to apps and websites without a password — using the same fingerprint, face scan, or PIN you use to unlock your device.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>
                <a:solidFill>
                  <a:srgbClr val="F8FAFC"/>
                </a:solidFill>
                <a:latin typeface="Segoe UI"/>
              </a:rPr>
              <a:t>Built on public-key cryptography</a:t>
            </a:r>
            <a:r>
              <a:rPr sz="1800">
                <a:solidFill>
                  <a:srgbClr val="CBD5E1"/>
                </a:solidFill>
                <a:latin typeface="Segoe UI"/>
              </a:rPr>
              <a:t> — a unique key pair replaces the typed secret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>
                <a:solidFill>
                  <a:srgbClr val="F8FAFC"/>
                </a:solidFill>
                <a:latin typeface="Segoe UI"/>
              </a:rPr>
              <a:t>One passkey per account, per site</a:t>
            </a:r>
            <a:r>
              <a:rPr sz="1800">
                <a:solidFill>
                  <a:srgbClr val="CBD5E1"/>
                </a:solidFill>
                <a:latin typeface="Segoe UI"/>
              </a:rPr>
              <a:t> — created automatically — never invented or typed by you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>
                <a:solidFill>
                  <a:srgbClr val="F8FAFC"/>
                </a:solidFill>
                <a:latin typeface="Segoe UI"/>
              </a:rPr>
              <a:t>Unlocked locally</a:t>
            </a:r>
            <a:r>
              <a:rPr sz="1800">
                <a:solidFill>
                  <a:srgbClr val="CBD5E1"/>
                </a:solidFill>
                <a:latin typeface="Segoe UI"/>
              </a:rPr>
              <a:t> — your biometrics stay on your device and are never sent to the website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>
                <a:solidFill>
                  <a:srgbClr val="F8FAFC"/>
                </a:solidFill>
                <a:latin typeface="Segoe UI"/>
              </a:rPr>
              <a:t>An open standard</a:t>
            </a:r>
            <a:r>
              <a:rPr sz="1800">
                <a:solidFill>
                  <a:srgbClr val="CBD5E1"/>
                </a:solidFill>
                <a:latin typeface="Segoe UI"/>
              </a:rPr>
              <a:t> — based on FIDO2 / WebAuthn — not owned by any single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2 — THE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Why Do We Need Passkeys?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CBD5E1"/>
                </a:solidFill>
                <a:latin typeface="Segoe UI"/>
              </a:rPr>
              <a:t>Passwords were invented in 1961 — and the internet has outgrown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5204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23113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  <a:latin typeface="Segoe UI"/>
              </a:rPr>
              <a:t>Humans are predictable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51760"/>
            <a:ext cx="3118104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We choose weak passwords and reuse them everywhere. Attackers exploit this with credential-stuffing: try leaked passwords on many other 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5204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23113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  <a:latin typeface="Segoe UI"/>
              </a:rPr>
              <a:t>Phishing is rampant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651760"/>
            <a:ext cx="3118104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Fake login pages steal credentials every day. Even careful users can be fooled — and SMS one-time codes can be phished or intercepted too.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03120"/>
            <a:ext cx="35204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231136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  <a:latin typeface="Segoe UI"/>
              </a:rPr>
              <a:t>Servers get breached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651760"/>
            <a:ext cx="3118104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Websites must store your secret (or its hash). Every major breach dumps millions of credentials onto the dark web.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108356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343400"/>
            <a:ext cx="82296" cy="1737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The root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A password is a shared secret — both you AND the server know it. Whoever steals it, from either side, becomes you. The industry needed a login with no shared secret, nothing to phish, and nothing to reuse. That is exactly what a passkey 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2 — THE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How Did Passkeys Emerge?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47088" y="1645920"/>
            <a:ext cx="28575" cy="4343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1737360"/>
            <a:ext cx="292608" cy="29260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94A3B8"/>
                </a:solidFill>
                <a:latin typeface="Segoe UI"/>
              </a:rPr>
              <a:t>1961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81328"/>
            <a:ext cx="9326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Passwords are 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6537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MIT's CTSS computer introduces passwords for shared machines — the 'shared secret' era begins.</a:t>
            </a:r>
          </a:p>
        </p:txBody>
      </p:sp>
      <p:sp>
        <p:nvSpPr>
          <p:cNvPr id="11" name="Oval 10"/>
          <p:cNvSpPr/>
          <p:nvPr/>
        </p:nvSpPr>
        <p:spPr>
          <a:xfrm>
            <a:off x="1728216" y="2679192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42616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22D3EE"/>
                </a:solidFill>
                <a:latin typeface="Segoe UI"/>
              </a:rPr>
              <a:t>2012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9326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FIDO Alliance founded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07208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Tech companies (PayPal, Lenovo and others) unite with one goal: kill the password using cryptography.</a:t>
            </a:r>
          </a:p>
        </p:txBody>
      </p:sp>
      <p:sp>
        <p:nvSpPr>
          <p:cNvPr id="15" name="Oval 14"/>
          <p:cNvSpPr/>
          <p:nvPr/>
        </p:nvSpPr>
        <p:spPr>
          <a:xfrm>
            <a:off x="1728216" y="3621024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A78BFA"/>
                </a:solidFill>
                <a:latin typeface="Segoe UI"/>
              </a:rPr>
              <a:t>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364992"/>
            <a:ext cx="9326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WebAuthn becomes a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4904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W3C approves WebAuthn; together with FIDO's CTAP it forms FIDO2 — the plumbing behind passkeys.</a:t>
            </a:r>
          </a:p>
        </p:txBody>
      </p:sp>
      <p:sp>
        <p:nvSpPr>
          <p:cNvPr id="19" name="Oval 18"/>
          <p:cNvSpPr/>
          <p:nvPr/>
        </p:nvSpPr>
        <p:spPr>
          <a:xfrm>
            <a:off x="1728216" y="4562856"/>
            <a:ext cx="292608" cy="29260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4ADE80"/>
                </a:solidFill>
                <a:latin typeface="Segoe UI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06824"/>
            <a:ext cx="9326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The big three go all-in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9087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Apple, Google &amp; Microsoft jointly announce passkey support; it ships in iOS 16, Android and Windows.</a:t>
            </a:r>
          </a:p>
        </p:txBody>
      </p:sp>
      <p:sp>
        <p:nvSpPr>
          <p:cNvPr id="23" name="Oval 22"/>
          <p:cNvSpPr/>
          <p:nvPr/>
        </p:nvSpPr>
        <p:spPr>
          <a:xfrm>
            <a:off x="1728216" y="5504688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68112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 i="0">
                <a:solidFill>
                  <a:srgbClr val="22D3EE"/>
                </a:solidFill>
                <a:latin typeface="Segoe UI"/>
              </a:rPr>
              <a:t>2023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48656"/>
            <a:ext cx="9326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Mass adoption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632704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Google makes passkeys the default; WhatsApp, PayPal, Amazon, GitHub and hundreds more follow.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Does It Replace Passwords &amp; Traditional Auth?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8356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051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64208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F8FAFC"/>
                </a:solidFill>
                <a:latin typeface="Segoe UI"/>
              </a:rPr>
              <a:t>Yes — that is the goal. A passkey is designed to replace the password entirely, not sit next to it. During the transition, most sites keep passwords as a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5257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Replaces passwords</a:t>
            </a:r>
            <a:r>
              <a:rPr sz="1550">
                <a:solidFill>
                  <a:srgbClr val="CBD5E1"/>
                </a:solidFill>
                <a:latin typeface="Segoe UI"/>
              </a:rPr>
              <a:t> — sign in with a touch or glance instead of typing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Replaces SMS / app OTP codes</a:t>
            </a:r>
            <a:r>
              <a:rPr sz="1550">
                <a:solidFill>
                  <a:srgbClr val="CBD5E1"/>
                </a:solidFill>
                <a:latin typeface="Segoe UI"/>
              </a:rPr>
              <a:t> — a passkey already proves two things: your device (have) + biometrics/PIN (are/know) — it is built-in 2FA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Replaces security questions</a:t>
            </a:r>
            <a:r>
              <a:rPr sz="1550">
                <a:solidFill>
                  <a:srgbClr val="CBD5E1"/>
                </a:solidFill>
                <a:latin typeface="Segoe UI"/>
              </a:rPr>
              <a:t> — no 'first pet's name' to guess or 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34640"/>
            <a:ext cx="5257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...but not overnight</a:t>
            </a:r>
            <a:r>
              <a:rPr sz="1550">
                <a:solidFill>
                  <a:srgbClr val="CBD5E1"/>
                </a:solidFill>
                <a:latin typeface="Segoe UI"/>
              </a:rPr>
              <a:t> — many sites and older systems still require passwords today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Fallbacks remain</a:t>
            </a:r>
            <a:r>
              <a:rPr sz="1550">
                <a:solidFill>
                  <a:srgbClr val="CBD5E1"/>
                </a:solidFill>
                <a:latin typeface="Segoe UI"/>
              </a:rPr>
              <a:t> — keep your account recovery options up to date during the transition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Hardware keys remain</a:t>
            </a:r>
            <a:r>
              <a:rPr sz="1550">
                <a:solidFill>
                  <a:srgbClr val="CBD5E1"/>
                </a:solidFill>
                <a:latin typeface="Segoe UI"/>
              </a:rPr>
              <a:t> — device-bound passkeys on security keys serve high-security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4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How Is a Passkey Generated?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835640" cy="107899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0789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64207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Segoe UI"/>
              </a:rPr>
              <a:t>1. You opt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45920"/>
            <a:ext cx="7406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On a supported site, choose 'Create a passkey' in security settings.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61488"/>
            <a:ext cx="10835640" cy="107899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61488"/>
            <a:ext cx="82296" cy="10789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A78BFA"/>
                </a:solidFill>
                <a:latin typeface="Segoe UI"/>
              </a:rPr>
              <a:t>2. Device makes a key 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852928"/>
            <a:ext cx="7406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Your device's secure chip generates a unique public + private key pair for that exact website. You never see or choose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68496"/>
            <a:ext cx="10835640" cy="107899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968496"/>
            <a:ext cx="82296" cy="10789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78224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4ADE80"/>
                </a:solidFill>
                <a:latin typeface="Segoe UI"/>
              </a:rPr>
              <a:t>3. Public key goes to the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059935"/>
            <a:ext cx="7406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The website stores only your public key — like giving the site a padlock only you can open.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75504"/>
            <a:ext cx="10835640" cy="107899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75504"/>
            <a:ext cx="82296" cy="10789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22D3EE"/>
                </a:solidFill>
                <a:latin typeface="Segoe UI"/>
              </a:rPr>
              <a:t>4. Private key stays with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266944"/>
            <a:ext cx="7406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It never leaves your device's secure storage (and syncs only in encrypted form). At login, it signs a one-time challenge to prove it's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4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Why Is It Stronger Than Passwords?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554480"/>
          <a:ext cx="10835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0632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8FAF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7171"/>
                          </a:solidFill>
                          <a:latin typeface="Segoe UI"/>
                        </a:rPr>
                        <a:t>Password</a:t>
                      </a:r>
                    </a:p>
                  </a:txBody>
                  <a:tcPr marL="109728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7171"/>
                          </a:solidFill>
                          <a:latin typeface="Segoe UI"/>
                        </a:rPr>
                        <a:t>Password + SMS OTP</a:t>
                      </a:r>
                    </a:p>
                  </a:txBody>
                  <a:tcPr marL="109728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ADE80"/>
                          </a:solidFill>
                          <a:latin typeface="Segoe UI"/>
                        </a:rPr>
                        <a:t>Passkey</a:t>
                      </a:r>
                    </a:p>
                  </a:txBody>
                  <a:tcPr marL="109728" marR="73152" marT="36576" marB="36576" anchor="ctr"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</a:rPr>
                        <a:t>Phishing attack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Easily fooled by fake sites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Codes can be phished too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8FAFC"/>
                          </a:solidFill>
                          <a:latin typeface="Segoe UI"/>
                        </a:rPr>
                        <a:t>Works only on the real site — nothing to steal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</a:rPr>
                        <a:t>Server data breach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Stored secrets leak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Password underneath still leaks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8FAFC"/>
                          </a:solidFill>
                          <a:latin typeface="Segoe UI"/>
                        </a:rPr>
                        <a:t>Only public keys stored — useless to hackers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</a:rPr>
                        <a:t>Reuse across sites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One leak exposes many accounts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Same weak password reused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8FAFC"/>
                          </a:solidFill>
                          <a:latin typeface="Segoe UI"/>
                        </a:rPr>
                        <a:t>Unique key pair per website, automatically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</a:rPr>
                        <a:t>Guessing / brute force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Weak passwords crack fast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Weak passwords crack fast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8FAFC"/>
                          </a:solidFill>
                          <a:latin typeface="Segoe UI"/>
                        </a:rPr>
                        <a:t>Cryptographic strength — can't be guessed</a:t>
                      </a:r>
                    </a:p>
                  </a:txBody>
                  <a:tcPr marL="109728" marR="73152" marT="36576" marB="36576" anchor="ctr">
                    <a:solidFill>
                      <a:srgbClr val="16213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</a:rPr>
                        <a:t>Everyday effort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Remember, type, reset...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BD5E1"/>
                          </a:solidFill>
                          <a:latin typeface="Segoe UI"/>
                        </a:rPr>
                        <a:t>Type + wait for codes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8FAFC"/>
                          </a:solidFill>
                          <a:latin typeface="Segoe UI"/>
                        </a:rPr>
                        <a:t>One touch or glance — seconds</a:t>
                      </a:r>
                    </a:p>
                  </a:txBody>
                  <a:tcPr marL="109728" marR="73152" marT="36576" marB="36576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Where Is a Passkey Stored?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82496"/>
            <a:ext cx="49011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Synced passkeys  →  user-specific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03120"/>
            <a:ext cx="4901184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Stored in your personal cloud account — iCloud Keychain (Apple), Google Password Manager, or Microsoft — and synced end-to-end encrypted across your phone, tablet and laptop.
The passkey belongs to YOU, not to one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9011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Segoe UI"/>
              </a:rPr>
              <a:t>Device-bound passkeys  →  device-specific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4901184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Stored on a single piece of hardware — e.g., a YubiKey security key or a work laptop — and never copied anywhere.
Maximum security, but if that device is gone, so is the passkey.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14800"/>
            <a:ext cx="108356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14800"/>
            <a:ext cx="82296" cy="1920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7939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Segoe UI"/>
              </a:rPr>
              <a:t>So which is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10241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CBD5E1"/>
                </a:solidFill>
                <a:latin typeface="Segoe UI"/>
              </a:rPr>
              <a:t>Both exist. For everyday accounts, passkeys are user-specific credentials that live on all your devices via encrypted sync (third-party managers like 1Password and Bitwarden work too). For high-security needs, they can be locked to one device on purpose. Either way: the private key is never visible to you, apps, or websites.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What If You Forget Your Passkey?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8356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234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Segoe UI"/>
              </a:rPr>
              <a:t>Good news: you can't forget a passkey — there is nothing to remember. No string to memorize, nothing written on a sticky note. Your device holds it; your fingerprint, face, or PIN unlocks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257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Forgot your device PIN?</a:t>
            </a:r>
            <a:r>
              <a:rPr sz="1550">
                <a:solidFill>
                  <a:srgbClr val="CBD5E1"/>
                </a:solidFill>
                <a:latin typeface="Segoe UI"/>
              </a:rPr>
              <a:t> — use biometrics, or recover the device through your Apple/Google/Microsoft account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Biometrics not working?</a:t>
            </a:r>
            <a:r>
              <a:rPr sz="1550">
                <a:solidFill>
                  <a:srgbClr val="CBD5E1"/>
                </a:solidFill>
                <a:latin typeface="Segoe UI"/>
              </a:rPr>
              <a:t> — the device PIN is always there as the local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5257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Can't access the passkey at all?</a:t>
            </a:r>
            <a:r>
              <a:rPr sz="1550">
                <a:solidFill>
                  <a:srgbClr val="CBD5E1"/>
                </a:solidFill>
                <a:latin typeface="Segoe UI"/>
              </a:rPr>
              <a:t> — use the website's account recovery — recovery email/phone, backup codes, or another signed-in device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550" b="1">
                <a:solidFill>
                  <a:srgbClr val="F8FAFC"/>
                </a:solidFill>
                <a:latin typeface="Segoe UI"/>
              </a:rPr>
              <a:t>Then re-enroll</a:t>
            </a:r>
            <a:r>
              <a:rPr sz="1550">
                <a:solidFill>
                  <a:srgbClr val="CBD5E1"/>
                </a:solidFill>
                <a:latin typeface="Segoe UI"/>
              </a:rPr>
              <a:t> — create a fresh passkey in seconds and remove the old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Dos and Don'ts of Passkeys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4526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5303520" cy="5029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934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Start with key accounts</a:t>
            </a:r>
            <a:r>
              <a:rPr sz="1400">
                <a:solidFill>
                  <a:srgbClr val="CBD5E1"/>
                </a:solidFill>
                <a:latin typeface="Segoe UI"/>
              </a:rPr>
              <a:t> — email, banking, work logins first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Keep devices updated</a:t>
            </a:r>
            <a:r>
              <a:rPr sz="1400">
                <a:solidFill>
                  <a:srgbClr val="CBD5E1"/>
                </a:solidFill>
                <a:latin typeface="Segoe UI"/>
              </a:rPr>
              <a:t> — OS and browser updates carry passkey improvements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Lock your device</a:t>
            </a:r>
            <a:r>
              <a:rPr sz="1400">
                <a:solidFill>
                  <a:srgbClr val="CBD5E1"/>
                </a:solidFill>
                <a:latin typeface="Segoe UI"/>
              </a:rPr>
              <a:t> — a passkey is only as safe as your device PIN/biometrics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Set up recovery</a:t>
            </a:r>
            <a:r>
              <a:rPr sz="1400">
                <a:solidFill>
                  <a:srgbClr val="CBD5E1"/>
                </a:solidFill>
                <a:latin typeface="Segoe UI"/>
              </a:rPr>
              <a:t> — recovery email, phone, and backup codes — before you need them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Register a second device</a:t>
            </a:r>
            <a:r>
              <a:rPr sz="1400">
                <a:solidFill>
                  <a:srgbClr val="CBD5E1"/>
                </a:solidFill>
                <a:latin typeface="Segoe UI"/>
              </a:rPr>
              <a:t> — or a hardware key as backup where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03520" cy="4526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03520" cy="502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934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DON'T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Share your device PIN</a:t>
            </a:r>
            <a:r>
              <a:rPr sz="1400">
                <a:solidFill>
                  <a:srgbClr val="CBD5E1"/>
                </a:solidFill>
                <a:latin typeface="Segoe UI"/>
              </a:rPr>
              <a:t> — whoever can unlock your device can use your passkeys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Rely on one device only</a:t>
            </a:r>
            <a:r>
              <a:rPr sz="1400">
                <a:solidFill>
                  <a:srgbClr val="CBD5E1"/>
                </a:solidFill>
                <a:latin typeface="Segoe UI"/>
              </a:rPr>
              <a:t> — no backup = painful recovery if it's lost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Create passkeys on shared devices</a:t>
            </a:r>
            <a:r>
              <a:rPr sz="1400">
                <a:solidFill>
                  <a:srgbClr val="CBD5E1"/>
                </a:solidFill>
                <a:latin typeface="Segoe UI"/>
              </a:rPr>
              <a:t> — use your own phone/laptop instead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Delete the password too early</a:t>
            </a:r>
            <a:r>
              <a:rPr sz="1400">
                <a:solidFill>
                  <a:srgbClr val="CBD5E1"/>
                </a:solidFill>
                <a:latin typeface="Segoe UI"/>
              </a:rPr>
              <a:t> — wait until passkey sign-in works on all your devices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00" b="1">
                <a:solidFill>
                  <a:srgbClr val="F8FAFC"/>
                </a:solidFill>
                <a:latin typeface="Segoe UI"/>
              </a:rPr>
              <a:t>Ignore recovery options</a:t>
            </a:r>
            <a:r>
              <a:rPr sz="1400">
                <a:solidFill>
                  <a:srgbClr val="CBD5E1"/>
                </a:solidFill>
                <a:latin typeface="Segoe UI"/>
              </a:rPr>
              <a:t> — an account without recovery is a future lockout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What If You Lose or Destroy Your Device?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Segoe UI"/>
              </a:rPr>
              <a:t>It depends on which kind of passkey you had — this is where Q5 pays 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85416"/>
            <a:ext cx="49011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Segoe UI"/>
              </a:rPr>
              <a:t>Synced passkeys — no drama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06040"/>
            <a:ext cx="4901184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1.  Get a new device
2.  Sign in to your Apple / Google / Microsoft account
3.  Verify your identity (SMS, existing device, account recovery)
4.  Your passkeys sync back automatically
Then sign in to the lost device's account page and revoke its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185416"/>
            <a:ext cx="49011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Segoe UI"/>
              </a:rPr>
              <a:t>Device-bound passkeys — plan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606040"/>
            <a:ext cx="4901184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That passkey is gone with the device. You fall back on what you prepared:
•  A second registered device or backup security key
•  The website's account recovery (email, phone, codes)
•  Then create a new passkey and remove the lost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63440"/>
            <a:ext cx="1083564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82296" cy="1417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28032"/>
            <a:ext cx="10241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Moral of the story: losing a device is an inconvenience, not a catastrophe — IF you set up sync + recovery options beforehand. Two minutes of setup today saves a lockout tomorrow.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48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61872"/>
            <a:ext cx="106984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53895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A passkey replaces the shared-secret password with a cryptographic key pair on your devices.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41448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86584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It emerged from the FIDO Alliance (2012) and WebAuthn standard (2019); Apple, Google &amp; Microsoft brought it mainstream in 2022.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74136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9242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19272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It's stronger by design: phishing-resistant, unique per site, and nothing valuable leaks in a breach.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06824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2511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5196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Synced passkeys are user-specific (roam across your devices); device-bound ones live on a single key — by choice.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239512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184648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 i="0">
                <a:solidFill>
                  <a:srgbClr val="F8FAFC"/>
                </a:solidFill>
                <a:latin typeface="Segoe UI"/>
              </a:rPr>
              <a:t>You can't forget a passkey; losing a device is recoverable if you set up sync, a second device, and recovery options.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8FAFC"/>
                </a:solidFill>
                <a:latin typeface="Segoe U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91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D3E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023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Try it yourself: create a passkey on your Google or Apple account today — it takes under a minute.
Learn more: fidoalliance.org/passkeys   •   passkeys.dev   •   webauthn.guide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120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egoe UI"/>
              </a:rPr>
              <a:t>Community Knowledge-Sharing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